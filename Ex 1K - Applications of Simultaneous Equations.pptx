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60" r:id="rId4"/>
    <p:sldId id="261" r:id="rId5"/>
    <p:sldId id="367" r:id="rId6"/>
    <p:sldId id="335" r:id="rId7"/>
    <p:sldId id="370" r:id="rId8"/>
    <p:sldId id="2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950EC2-9514-48B8-8D92-6002372785A3}" v="22" dt="2026-02-15T03:59:37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 CIOCCO, Angela" userId="8d35d47c-2fe4-479c-8205-6cade09440b0" providerId="ADAL" clId="{B24C6CD0-28DF-4530-8FCE-F87A6FC94B2E}"/>
    <pc:docChg chg="custSel addSld delSld modSld sldOrd">
      <pc:chgData name="DI CIOCCO, Angela" userId="8d35d47c-2fe4-479c-8205-6cade09440b0" providerId="ADAL" clId="{B24C6CD0-28DF-4530-8FCE-F87A6FC94B2E}" dt="2026-02-15T03:59:43.374" v="238" actId="1076"/>
      <pc:docMkLst>
        <pc:docMk/>
      </pc:docMkLst>
      <pc:sldChg chg="del">
        <pc:chgData name="DI CIOCCO, Angela" userId="8d35d47c-2fe4-479c-8205-6cade09440b0" providerId="ADAL" clId="{B24C6CD0-28DF-4530-8FCE-F87A6FC94B2E}" dt="2026-02-15T03:46:51.868" v="81" actId="47"/>
        <pc:sldMkLst>
          <pc:docMk/>
          <pc:sldMk cId="126528508" sldId="256"/>
        </pc:sldMkLst>
      </pc:sldChg>
      <pc:sldChg chg="del">
        <pc:chgData name="DI CIOCCO, Angela" userId="8d35d47c-2fe4-479c-8205-6cade09440b0" providerId="ADAL" clId="{B24C6CD0-28DF-4530-8FCE-F87A6FC94B2E}" dt="2026-02-15T03:46:49.109" v="80" actId="47"/>
        <pc:sldMkLst>
          <pc:docMk/>
          <pc:sldMk cId="3020449065" sldId="257"/>
        </pc:sldMkLst>
      </pc:sldChg>
      <pc:sldChg chg="delSp modSp mod">
        <pc:chgData name="DI CIOCCO, Angela" userId="8d35d47c-2fe4-479c-8205-6cade09440b0" providerId="ADAL" clId="{B24C6CD0-28DF-4530-8FCE-F87A6FC94B2E}" dt="2026-02-15T03:40:01.625" v="51" actId="478"/>
        <pc:sldMkLst>
          <pc:docMk/>
          <pc:sldMk cId="3475416435" sldId="258"/>
        </pc:sldMkLst>
        <pc:spChg chg="del">
          <ac:chgData name="DI CIOCCO, Angela" userId="8d35d47c-2fe4-479c-8205-6cade09440b0" providerId="ADAL" clId="{B24C6CD0-28DF-4530-8FCE-F87A6FC94B2E}" dt="2026-02-15T03:40:01.625" v="51" actId="478"/>
          <ac:spMkLst>
            <pc:docMk/>
            <pc:sldMk cId="3475416435" sldId="258"/>
            <ac:spMk id="4" creationId="{0CF49CDB-A974-2237-4392-07F140A518F4}"/>
          </ac:spMkLst>
        </pc:spChg>
        <pc:spChg chg="mod">
          <ac:chgData name="DI CIOCCO, Angela" userId="8d35d47c-2fe4-479c-8205-6cade09440b0" providerId="ADAL" clId="{B24C6CD0-28DF-4530-8FCE-F87A6FC94B2E}" dt="2026-02-15T03:39:57.576" v="49" actId="1076"/>
          <ac:spMkLst>
            <pc:docMk/>
            <pc:sldMk cId="3475416435" sldId="258"/>
            <ac:spMk id="5" creationId="{06B45F31-1CB0-39C0-4E4F-D235CE62C67B}"/>
          </ac:spMkLst>
        </pc:spChg>
        <pc:graphicFrameChg chg="del">
          <ac:chgData name="DI CIOCCO, Angela" userId="8d35d47c-2fe4-479c-8205-6cade09440b0" providerId="ADAL" clId="{B24C6CD0-28DF-4530-8FCE-F87A6FC94B2E}" dt="2026-02-15T03:39:59.558" v="50" actId="478"/>
          <ac:graphicFrameMkLst>
            <pc:docMk/>
            <pc:sldMk cId="3475416435" sldId="258"/>
            <ac:graphicFrameMk id="8" creationId="{AA789EE7-6CBD-505D-56B3-E9856670E762}"/>
          </ac:graphicFrameMkLst>
        </pc:graphicFrameChg>
        <pc:picChg chg="mod">
          <ac:chgData name="DI CIOCCO, Angela" userId="8d35d47c-2fe4-479c-8205-6cade09440b0" providerId="ADAL" clId="{B24C6CD0-28DF-4530-8FCE-F87A6FC94B2E}" dt="2026-02-15T03:39:52.191" v="48" actId="1076"/>
          <ac:picMkLst>
            <pc:docMk/>
            <pc:sldMk cId="3475416435" sldId="258"/>
            <ac:picMk id="2" creationId="{00000000-0000-0000-0000-000000000000}"/>
          </ac:picMkLst>
        </pc:picChg>
      </pc:sldChg>
      <pc:sldChg chg="addSp delSp modSp mod ord">
        <pc:chgData name="DI CIOCCO, Angela" userId="8d35d47c-2fe4-479c-8205-6cade09440b0" providerId="ADAL" clId="{B24C6CD0-28DF-4530-8FCE-F87A6FC94B2E}" dt="2026-02-15T03:47:22.412" v="87" actId="1076"/>
        <pc:sldMkLst>
          <pc:docMk/>
          <pc:sldMk cId="1426528546" sldId="259"/>
        </pc:sldMkLst>
        <pc:spChg chg="del">
          <ac:chgData name="DI CIOCCO, Angela" userId="8d35d47c-2fe4-479c-8205-6cade09440b0" providerId="ADAL" clId="{B24C6CD0-28DF-4530-8FCE-F87A6FC94B2E}" dt="2026-02-15T03:44:08.057" v="60" actId="478"/>
          <ac:spMkLst>
            <pc:docMk/>
            <pc:sldMk cId="1426528546" sldId="259"/>
            <ac:spMk id="2" creationId="{B4206732-84FF-9CB3-FC61-B9019B8BD8CF}"/>
          </ac:spMkLst>
        </pc:spChg>
        <pc:spChg chg="add del mod">
          <ac:chgData name="DI CIOCCO, Angela" userId="8d35d47c-2fe4-479c-8205-6cade09440b0" providerId="ADAL" clId="{B24C6CD0-28DF-4530-8FCE-F87A6FC94B2E}" dt="2026-02-15T03:44:10.525" v="61" actId="478"/>
          <ac:spMkLst>
            <pc:docMk/>
            <pc:sldMk cId="1426528546" sldId="259"/>
            <ac:spMk id="9" creationId="{6503405F-0BC7-BD96-1A19-E6F09A8C7E12}"/>
          </ac:spMkLst>
        </pc:spChg>
        <pc:picChg chg="del">
          <ac:chgData name="DI CIOCCO, Angela" userId="8d35d47c-2fe4-479c-8205-6cade09440b0" providerId="ADAL" clId="{B24C6CD0-28DF-4530-8FCE-F87A6FC94B2E}" dt="2026-02-15T03:42:35.287" v="55" actId="478"/>
          <ac:picMkLst>
            <pc:docMk/>
            <pc:sldMk cId="1426528546" sldId="259"/>
            <ac:picMk id="3" creationId="{00000000-0000-0000-0000-000000000000}"/>
          </ac:picMkLst>
        </pc:picChg>
        <pc:picChg chg="add mod">
          <ac:chgData name="DI CIOCCO, Angela" userId="8d35d47c-2fe4-479c-8205-6cade09440b0" providerId="ADAL" clId="{B24C6CD0-28DF-4530-8FCE-F87A6FC94B2E}" dt="2026-02-15T03:47:16.409" v="85" actId="1076"/>
          <ac:picMkLst>
            <pc:docMk/>
            <pc:sldMk cId="1426528546" sldId="259"/>
            <ac:picMk id="5" creationId="{04D0529D-A2B8-E870-50AA-6F65DDB98529}"/>
          </ac:picMkLst>
        </pc:picChg>
        <pc:picChg chg="add mod">
          <ac:chgData name="DI CIOCCO, Angela" userId="8d35d47c-2fe4-479c-8205-6cade09440b0" providerId="ADAL" clId="{B24C6CD0-28DF-4530-8FCE-F87A6FC94B2E}" dt="2026-02-15T03:47:20.277" v="86" actId="1076"/>
          <ac:picMkLst>
            <pc:docMk/>
            <pc:sldMk cId="1426528546" sldId="259"/>
            <ac:picMk id="7" creationId="{A7650113-7803-4DBE-3436-B25D2D0B6303}"/>
          </ac:picMkLst>
        </pc:picChg>
        <pc:picChg chg="add mod">
          <ac:chgData name="DI CIOCCO, Angela" userId="8d35d47c-2fe4-479c-8205-6cade09440b0" providerId="ADAL" clId="{B24C6CD0-28DF-4530-8FCE-F87A6FC94B2E}" dt="2026-02-15T03:47:22.412" v="87" actId="1076"/>
          <ac:picMkLst>
            <pc:docMk/>
            <pc:sldMk cId="1426528546" sldId="259"/>
            <ac:picMk id="11" creationId="{E1A5BF82-5D56-38D7-AE76-42A7FDFEA609}"/>
          </ac:picMkLst>
        </pc:picChg>
        <pc:picChg chg="add mod">
          <ac:chgData name="DI CIOCCO, Angela" userId="8d35d47c-2fe4-479c-8205-6cade09440b0" providerId="ADAL" clId="{B24C6CD0-28DF-4530-8FCE-F87A6FC94B2E}" dt="2026-02-15T03:46:31.122" v="77" actId="14100"/>
          <ac:picMkLst>
            <pc:docMk/>
            <pc:sldMk cId="1426528546" sldId="259"/>
            <ac:picMk id="13" creationId="{2D66DCEC-74C0-0A92-E1F9-5E25D76DC5D1}"/>
          </ac:picMkLst>
        </pc:picChg>
      </pc:sldChg>
      <pc:sldChg chg="addSp modSp mod">
        <pc:chgData name="DI CIOCCO, Angela" userId="8d35d47c-2fe4-479c-8205-6cade09440b0" providerId="ADAL" clId="{B24C6CD0-28DF-4530-8FCE-F87A6FC94B2E}" dt="2026-02-15T03:48:28.295" v="92" actId="1076"/>
        <pc:sldMkLst>
          <pc:docMk/>
          <pc:sldMk cId="598495353" sldId="260"/>
        </pc:sldMkLst>
        <pc:spChg chg="add mod">
          <ac:chgData name="DI CIOCCO, Angela" userId="8d35d47c-2fe4-479c-8205-6cade09440b0" providerId="ADAL" clId="{B24C6CD0-28DF-4530-8FCE-F87A6FC94B2E}" dt="2026-02-15T03:48:19.433" v="90" actId="1076"/>
          <ac:spMkLst>
            <pc:docMk/>
            <pc:sldMk cId="598495353" sldId="260"/>
            <ac:spMk id="5" creationId="{15163530-7E2E-1532-7159-6BFEF2708760}"/>
          </ac:spMkLst>
        </pc:spChg>
        <pc:graphicFrameChg chg="add mod">
          <ac:chgData name="DI CIOCCO, Angela" userId="8d35d47c-2fe4-479c-8205-6cade09440b0" providerId="ADAL" clId="{B24C6CD0-28DF-4530-8FCE-F87A6FC94B2E}" dt="2026-02-15T03:48:02.308" v="88"/>
          <ac:graphicFrameMkLst>
            <pc:docMk/>
            <pc:sldMk cId="598495353" sldId="260"/>
            <ac:graphicFrameMk id="4" creationId="{71ABF36E-2176-A149-132F-F9B28F64BA50}"/>
          </ac:graphicFrameMkLst>
        </pc:graphicFrameChg>
        <pc:picChg chg="mod">
          <ac:chgData name="DI CIOCCO, Angela" userId="8d35d47c-2fe4-479c-8205-6cade09440b0" providerId="ADAL" clId="{B24C6CD0-28DF-4530-8FCE-F87A6FC94B2E}" dt="2026-02-15T03:48:28.295" v="92" actId="1076"/>
          <ac:picMkLst>
            <pc:docMk/>
            <pc:sldMk cId="598495353" sldId="260"/>
            <ac:picMk id="3" creationId="{00000000-0000-0000-0000-000000000000}"/>
          </ac:picMkLst>
        </pc:picChg>
      </pc:sldChg>
      <pc:sldChg chg="addSp modSp mod modAnim">
        <pc:chgData name="DI CIOCCO, Angela" userId="8d35d47c-2fe4-479c-8205-6cade09440b0" providerId="ADAL" clId="{B24C6CD0-28DF-4530-8FCE-F87A6FC94B2E}" dt="2026-02-15T03:51:29.573" v="122" actId="14100"/>
        <pc:sldMkLst>
          <pc:docMk/>
          <pc:sldMk cId="2763869609" sldId="261"/>
        </pc:sldMkLst>
        <pc:spChg chg="mod">
          <ac:chgData name="DI CIOCCO, Angela" userId="8d35d47c-2fe4-479c-8205-6cade09440b0" providerId="ADAL" clId="{B24C6CD0-28DF-4530-8FCE-F87A6FC94B2E}" dt="2026-02-15T03:50:37.653" v="114" actId="1076"/>
          <ac:spMkLst>
            <pc:docMk/>
            <pc:sldMk cId="2763869609" sldId="261"/>
            <ac:spMk id="2" creationId="{B4206732-84FF-9CB3-FC61-B9019B8BD8CF}"/>
          </ac:spMkLst>
        </pc:spChg>
        <pc:spChg chg="add mod">
          <ac:chgData name="DI CIOCCO, Angela" userId="8d35d47c-2fe4-479c-8205-6cade09440b0" providerId="ADAL" clId="{B24C6CD0-28DF-4530-8FCE-F87A6FC94B2E}" dt="2026-02-15T03:50:54.266" v="116" actId="1076"/>
          <ac:spMkLst>
            <pc:docMk/>
            <pc:sldMk cId="2763869609" sldId="261"/>
            <ac:spMk id="5" creationId="{7AA8E034-8E94-6399-CFA6-444AED946154}"/>
          </ac:spMkLst>
        </pc:spChg>
        <pc:graphicFrameChg chg="add mod">
          <ac:chgData name="DI CIOCCO, Angela" userId="8d35d47c-2fe4-479c-8205-6cade09440b0" providerId="ADAL" clId="{B24C6CD0-28DF-4530-8FCE-F87A6FC94B2E}" dt="2026-02-15T03:50:28.387" v="108"/>
          <ac:graphicFrameMkLst>
            <pc:docMk/>
            <pc:sldMk cId="2763869609" sldId="261"/>
            <ac:graphicFrameMk id="4" creationId="{6DBF1AB6-6D3B-A980-83D2-D3C25EA66686}"/>
          </ac:graphicFrameMkLst>
        </pc:graphicFrameChg>
        <pc:picChg chg="mod">
          <ac:chgData name="DI CIOCCO, Angela" userId="8d35d47c-2fe4-479c-8205-6cade09440b0" providerId="ADAL" clId="{B24C6CD0-28DF-4530-8FCE-F87A6FC94B2E}" dt="2026-02-15T03:51:03.600" v="118" actId="14100"/>
          <ac:picMkLst>
            <pc:docMk/>
            <pc:sldMk cId="2763869609" sldId="261"/>
            <ac:picMk id="3" creationId="{00000000-0000-0000-0000-000000000000}"/>
          </ac:picMkLst>
        </pc:picChg>
        <pc:picChg chg="add mod">
          <ac:chgData name="DI CIOCCO, Angela" userId="8d35d47c-2fe4-479c-8205-6cade09440b0" providerId="ADAL" clId="{B24C6CD0-28DF-4530-8FCE-F87A6FC94B2E}" dt="2026-02-15T03:51:29.573" v="122" actId="14100"/>
          <ac:picMkLst>
            <pc:docMk/>
            <pc:sldMk cId="2763869609" sldId="261"/>
            <ac:picMk id="6" creationId="{A85B0BD6-1C0C-1FA1-CFC8-3EF7104FB658}"/>
          </ac:picMkLst>
        </pc:picChg>
      </pc:sldChg>
      <pc:sldChg chg="addSp delSp modSp mod">
        <pc:chgData name="DI CIOCCO, Angela" userId="8d35d47c-2fe4-479c-8205-6cade09440b0" providerId="ADAL" clId="{B24C6CD0-28DF-4530-8FCE-F87A6FC94B2E}" dt="2026-02-15T03:59:43.374" v="238" actId="1076"/>
        <pc:sldMkLst>
          <pc:docMk/>
          <pc:sldMk cId="1889522296" sldId="279"/>
        </pc:sldMkLst>
        <pc:spChg chg="add del">
          <ac:chgData name="DI CIOCCO, Angela" userId="8d35d47c-2fe4-479c-8205-6cade09440b0" providerId="ADAL" clId="{B24C6CD0-28DF-4530-8FCE-F87A6FC94B2E}" dt="2026-02-15T03:59:13.045" v="233" actId="478"/>
          <ac:spMkLst>
            <pc:docMk/>
            <pc:sldMk cId="1889522296" sldId="279"/>
            <ac:spMk id="3" creationId="{BF8D00A1-243B-664B-AEFD-2C1FE5B5AB8A}"/>
          </ac:spMkLst>
        </pc:spChg>
        <pc:spChg chg="add mod">
          <ac:chgData name="DI CIOCCO, Angela" userId="8d35d47c-2fe4-479c-8205-6cade09440b0" providerId="ADAL" clId="{B24C6CD0-28DF-4530-8FCE-F87A6FC94B2E}" dt="2026-02-15T03:59:43.374" v="238" actId="1076"/>
          <ac:spMkLst>
            <pc:docMk/>
            <pc:sldMk cId="1889522296" sldId="279"/>
            <ac:spMk id="8" creationId="{584DC30F-123B-F3D2-3985-F605C91A9037}"/>
          </ac:spMkLst>
        </pc:spChg>
        <pc:graphicFrameChg chg="add mod">
          <ac:chgData name="DI CIOCCO, Angela" userId="8d35d47c-2fe4-479c-8205-6cade09440b0" providerId="ADAL" clId="{B24C6CD0-28DF-4530-8FCE-F87A6FC94B2E}" dt="2026-02-15T03:59:29.043" v="236"/>
          <ac:graphicFrameMkLst>
            <pc:docMk/>
            <pc:sldMk cId="1889522296" sldId="279"/>
            <ac:graphicFrameMk id="4" creationId="{3EC15CC3-125F-24B1-0156-53521AB0AEF8}"/>
          </ac:graphicFrameMkLst>
        </pc:graphicFrameChg>
        <pc:graphicFrameChg chg="modGraphic">
          <ac:chgData name="DI CIOCCO, Angela" userId="8d35d47c-2fe4-479c-8205-6cade09440b0" providerId="ADAL" clId="{B24C6CD0-28DF-4530-8FCE-F87A6FC94B2E}" dt="2026-02-15T03:59:10.054" v="232" actId="20577"/>
          <ac:graphicFrameMkLst>
            <pc:docMk/>
            <pc:sldMk cId="1889522296" sldId="279"/>
            <ac:graphicFrameMk id="7" creationId="{AA789EE7-6CBD-505D-56B3-E9856670E762}"/>
          </ac:graphicFrameMkLst>
        </pc:graphicFrameChg>
        <pc:picChg chg="mod">
          <ac:chgData name="DI CIOCCO, Angela" userId="8d35d47c-2fe4-479c-8205-6cade09440b0" providerId="ADAL" clId="{B24C6CD0-28DF-4530-8FCE-F87A6FC94B2E}" dt="2026-02-15T03:59:18.884" v="235" actId="14100"/>
          <ac:picMkLst>
            <pc:docMk/>
            <pc:sldMk cId="1889522296" sldId="279"/>
            <ac:picMk id="11" creationId="{00000000-0000-0000-0000-000000000000}"/>
          </ac:picMkLst>
        </pc:picChg>
      </pc:sldChg>
      <pc:sldChg chg="del">
        <pc:chgData name="DI CIOCCO, Angela" userId="8d35d47c-2fe4-479c-8205-6cade09440b0" providerId="ADAL" clId="{B24C6CD0-28DF-4530-8FCE-F87A6FC94B2E}" dt="2026-02-15T03:54:53.043" v="161" actId="47"/>
        <pc:sldMkLst>
          <pc:docMk/>
          <pc:sldMk cId="1570264891" sldId="329"/>
        </pc:sldMkLst>
      </pc:sldChg>
      <pc:sldChg chg="del">
        <pc:chgData name="DI CIOCCO, Angela" userId="8d35d47c-2fe4-479c-8205-6cade09440b0" providerId="ADAL" clId="{B24C6CD0-28DF-4530-8FCE-F87A6FC94B2E}" dt="2026-02-15T03:48:38.725" v="93" actId="47"/>
        <pc:sldMkLst>
          <pc:docMk/>
          <pc:sldMk cId="2881279499" sldId="330"/>
        </pc:sldMkLst>
      </pc:sldChg>
      <pc:sldChg chg="addSp modSp mod modAnim">
        <pc:chgData name="DI CIOCCO, Angela" userId="8d35d47c-2fe4-479c-8205-6cade09440b0" providerId="ADAL" clId="{B24C6CD0-28DF-4530-8FCE-F87A6FC94B2E}" dt="2026-02-15T03:55:48.649" v="171" actId="1076"/>
        <pc:sldMkLst>
          <pc:docMk/>
          <pc:sldMk cId="2953081785" sldId="335"/>
        </pc:sldMkLst>
        <pc:spChg chg="add mod">
          <ac:chgData name="DI CIOCCO, Angela" userId="8d35d47c-2fe4-479c-8205-6cade09440b0" providerId="ADAL" clId="{B24C6CD0-28DF-4530-8FCE-F87A6FC94B2E}" dt="2026-02-15T03:53:50.188" v="149"/>
          <ac:spMkLst>
            <pc:docMk/>
            <pc:sldMk cId="2953081785" sldId="335"/>
            <ac:spMk id="4" creationId="{11B31AF5-2E7B-25E4-FC5D-F757CF34913E}"/>
          </ac:spMkLst>
        </pc:spChg>
        <pc:spChg chg="mod">
          <ac:chgData name="DI CIOCCO, Angela" userId="8d35d47c-2fe4-479c-8205-6cade09440b0" providerId="ADAL" clId="{B24C6CD0-28DF-4530-8FCE-F87A6FC94B2E}" dt="2026-02-15T03:54:36.365" v="158" actId="1076"/>
          <ac:spMkLst>
            <pc:docMk/>
            <pc:sldMk cId="2953081785" sldId="335"/>
            <ac:spMk id="12" creationId="{B4206732-84FF-9CB3-FC61-B9019B8BD8CF}"/>
          </ac:spMkLst>
        </pc:spChg>
        <pc:graphicFrameChg chg="add mod">
          <ac:chgData name="DI CIOCCO, Angela" userId="8d35d47c-2fe4-479c-8205-6cade09440b0" providerId="ADAL" clId="{B24C6CD0-28DF-4530-8FCE-F87A6FC94B2E}" dt="2026-02-15T03:53:41.880" v="148"/>
          <ac:graphicFrameMkLst>
            <pc:docMk/>
            <pc:sldMk cId="2953081785" sldId="335"/>
            <ac:graphicFrameMk id="3" creationId="{838B5BC9-8F83-B38A-4C57-854F395D3A72}"/>
          </ac:graphicFrameMkLst>
        </pc:graphicFrameChg>
        <pc:picChg chg="mod">
          <ac:chgData name="DI CIOCCO, Angela" userId="8d35d47c-2fe4-479c-8205-6cade09440b0" providerId="ADAL" clId="{B24C6CD0-28DF-4530-8FCE-F87A6FC94B2E}" dt="2026-02-15T03:54:42.019" v="159" actId="1076"/>
          <ac:picMkLst>
            <pc:docMk/>
            <pc:sldMk cId="2953081785" sldId="335"/>
            <ac:picMk id="2" creationId="{00000000-0000-0000-0000-000000000000}"/>
          </ac:picMkLst>
        </pc:picChg>
        <pc:picChg chg="add mod">
          <ac:chgData name="DI CIOCCO, Angela" userId="8d35d47c-2fe4-479c-8205-6cade09440b0" providerId="ADAL" clId="{B24C6CD0-28DF-4530-8FCE-F87A6FC94B2E}" dt="2026-02-15T03:55:31.554" v="167" actId="1076"/>
          <ac:picMkLst>
            <pc:docMk/>
            <pc:sldMk cId="2953081785" sldId="335"/>
            <ac:picMk id="5" creationId="{04393AD3-0408-255D-3A2E-B0909F76AF5B}"/>
          </ac:picMkLst>
        </pc:picChg>
        <pc:picChg chg="add mod">
          <ac:chgData name="DI CIOCCO, Angela" userId="8d35d47c-2fe4-479c-8205-6cade09440b0" providerId="ADAL" clId="{B24C6CD0-28DF-4530-8FCE-F87A6FC94B2E}" dt="2026-02-15T03:55:48.649" v="171" actId="1076"/>
          <ac:picMkLst>
            <pc:docMk/>
            <pc:sldMk cId="2953081785" sldId="335"/>
            <ac:picMk id="6" creationId="{D284AF6D-64A4-45F3-9949-DA81DEF9FF3B}"/>
          </ac:picMkLst>
        </pc:picChg>
      </pc:sldChg>
      <pc:sldChg chg="addSp delSp modSp mod delAnim">
        <pc:chgData name="DI CIOCCO, Angela" userId="8d35d47c-2fe4-479c-8205-6cade09440b0" providerId="ADAL" clId="{B24C6CD0-28DF-4530-8FCE-F87A6FC94B2E}" dt="2026-02-15T03:53:15.248" v="140" actId="14100"/>
        <pc:sldMkLst>
          <pc:docMk/>
          <pc:sldMk cId="3776055153" sldId="367"/>
        </pc:sldMkLst>
        <pc:spChg chg="mod">
          <ac:chgData name="DI CIOCCO, Angela" userId="8d35d47c-2fe4-479c-8205-6cade09440b0" providerId="ADAL" clId="{B24C6CD0-28DF-4530-8FCE-F87A6FC94B2E}" dt="2026-02-15T03:49:43.657" v="104" actId="1076"/>
          <ac:spMkLst>
            <pc:docMk/>
            <pc:sldMk cId="3776055153" sldId="367"/>
            <ac:spMk id="2" creationId="{B4206732-84FF-9CB3-FC61-B9019B8BD8CF}"/>
          </ac:spMkLst>
        </pc:spChg>
        <pc:spChg chg="mod">
          <ac:chgData name="DI CIOCCO, Angela" userId="8d35d47c-2fe4-479c-8205-6cade09440b0" providerId="ADAL" clId="{B24C6CD0-28DF-4530-8FCE-F87A6FC94B2E}" dt="2026-02-15T03:53:15.248" v="140" actId="14100"/>
          <ac:spMkLst>
            <pc:docMk/>
            <pc:sldMk cId="3776055153" sldId="367"/>
            <ac:spMk id="4" creationId="{D12226BC-1C43-743B-7474-F61E082D7EDE}"/>
          </ac:spMkLst>
        </pc:spChg>
        <pc:spChg chg="del">
          <ac:chgData name="DI CIOCCO, Angela" userId="8d35d47c-2fe4-479c-8205-6cade09440b0" providerId="ADAL" clId="{B24C6CD0-28DF-4530-8FCE-F87A6FC94B2E}" dt="2026-02-15T03:52:09.641" v="129" actId="478"/>
          <ac:spMkLst>
            <pc:docMk/>
            <pc:sldMk cId="3776055153" sldId="367"/>
            <ac:spMk id="5" creationId="{7C0D9231-10EC-907D-4624-80AE669A510E}"/>
          </ac:spMkLst>
        </pc:spChg>
        <pc:spChg chg="add mod">
          <ac:chgData name="DI CIOCCO, Angela" userId="8d35d47c-2fe4-479c-8205-6cade09440b0" providerId="ADAL" clId="{B24C6CD0-28DF-4530-8FCE-F87A6FC94B2E}" dt="2026-02-15T03:49:33.961" v="96" actId="1076"/>
          <ac:spMkLst>
            <pc:docMk/>
            <pc:sldMk cId="3776055153" sldId="367"/>
            <ac:spMk id="10" creationId="{825E8417-3328-B1A0-B83A-2AAEEB2BD182}"/>
          </ac:spMkLst>
        </pc:spChg>
        <pc:graphicFrameChg chg="add mod">
          <ac:chgData name="DI CIOCCO, Angela" userId="8d35d47c-2fe4-479c-8205-6cade09440b0" providerId="ADAL" clId="{B24C6CD0-28DF-4530-8FCE-F87A6FC94B2E}" dt="2026-02-15T03:49:21.692" v="94"/>
          <ac:graphicFrameMkLst>
            <pc:docMk/>
            <pc:sldMk cId="3776055153" sldId="367"/>
            <ac:graphicFrameMk id="3" creationId="{CC0C0693-990D-E0A7-0778-36FB4121312C}"/>
          </ac:graphicFrameMkLst>
        </pc:graphicFrameChg>
        <pc:picChg chg="del mod">
          <ac:chgData name="DI CIOCCO, Angela" userId="8d35d47c-2fe4-479c-8205-6cade09440b0" providerId="ADAL" clId="{B24C6CD0-28DF-4530-8FCE-F87A6FC94B2E}" dt="2026-02-15T03:51:54.354" v="126" actId="478"/>
          <ac:picMkLst>
            <pc:docMk/>
            <pc:sldMk cId="3776055153" sldId="367"/>
            <ac:picMk id="6" creationId="{00000000-0000-0000-0000-000000000000}"/>
          </ac:picMkLst>
        </pc:picChg>
        <pc:picChg chg="del mod">
          <ac:chgData name="DI CIOCCO, Angela" userId="8d35d47c-2fe4-479c-8205-6cade09440b0" providerId="ADAL" clId="{B24C6CD0-28DF-4530-8FCE-F87A6FC94B2E}" dt="2026-02-15T03:51:52.604" v="125" actId="478"/>
          <ac:picMkLst>
            <pc:docMk/>
            <pc:sldMk cId="3776055153" sldId="367"/>
            <ac:picMk id="7" creationId="{00000000-0000-0000-0000-000000000000}"/>
          </ac:picMkLst>
        </pc:picChg>
        <pc:picChg chg="del mod">
          <ac:chgData name="DI CIOCCO, Angela" userId="8d35d47c-2fe4-479c-8205-6cade09440b0" providerId="ADAL" clId="{B24C6CD0-28DF-4530-8FCE-F87A6FC94B2E}" dt="2026-02-15T03:51:51.371" v="124" actId="478"/>
          <ac:picMkLst>
            <pc:docMk/>
            <pc:sldMk cId="3776055153" sldId="367"/>
            <ac:picMk id="8" creationId="{00000000-0000-0000-0000-000000000000}"/>
          </ac:picMkLst>
        </pc:picChg>
        <pc:picChg chg="del">
          <ac:chgData name="DI CIOCCO, Angela" userId="8d35d47c-2fe4-479c-8205-6cade09440b0" providerId="ADAL" clId="{B24C6CD0-28DF-4530-8FCE-F87A6FC94B2E}" dt="2026-02-15T03:51:49.616" v="123" actId="478"/>
          <ac:picMkLst>
            <pc:docMk/>
            <pc:sldMk cId="3776055153" sldId="367"/>
            <ac:picMk id="9" creationId="{00000000-0000-0000-0000-000000000000}"/>
          </ac:picMkLst>
        </pc:picChg>
        <pc:picChg chg="add mod">
          <ac:chgData name="DI CIOCCO, Angela" userId="8d35d47c-2fe4-479c-8205-6cade09440b0" providerId="ADAL" clId="{B24C6CD0-28DF-4530-8FCE-F87A6FC94B2E}" dt="2026-02-15T03:52:04.837" v="128" actId="1076"/>
          <ac:picMkLst>
            <pc:docMk/>
            <pc:sldMk cId="3776055153" sldId="367"/>
            <ac:picMk id="11" creationId="{7CC3C506-1370-F622-73F9-1198176B2BDD}"/>
          </ac:picMkLst>
        </pc:picChg>
        <pc:picChg chg="mod">
          <ac:chgData name="DI CIOCCO, Angela" userId="8d35d47c-2fe4-479c-8205-6cade09440b0" providerId="ADAL" clId="{B24C6CD0-28DF-4530-8FCE-F87A6FC94B2E}" dt="2026-02-15T03:52:16.031" v="131" actId="1076"/>
          <ac:picMkLst>
            <pc:docMk/>
            <pc:sldMk cId="3776055153" sldId="367"/>
            <ac:picMk id="16" creationId="{00000000-0000-0000-0000-000000000000}"/>
          </ac:picMkLst>
        </pc:picChg>
        <pc:picChg chg="mod">
          <ac:chgData name="DI CIOCCO, Angela" userId="8d35d47c-2fe4-479c-8205-6cade09440b0" providerId="ADAL" clId="{B24C6CD0-28DF-4530-8FCE-F87A6FC94B2E}" dt="2026-02-15T03:52:26.179" v="132" actId="1076"/>
          <ac:picMkLst>
            <pc:docMk/>
            <pc:sldMk cId="3776055153" sldId="367"/>
            <ac:picMk id="18" creationId="{00000000-0000-0000-0000-000000000000}"/>
          </ac:picMkLst>
        </pc:picChg>
        <pc:picChg chg="mod">
          <ac:chgData name="DI CIOCCO, Angela" userId="8d35d47c-2fe4-479c-8205-6cade09440b0" providerId="ADAL" clId="{B24C6CD0-28DF-4530-8FCE-F87A6FC94B2E}" dt="2026-02-15T03:52:29.862" v="133" actId="1076"/>
          <ac:picMkLst>
            <pc:docMk/>
            <pc:sldMk cId="3776055153" sldId="367"/>
            <ac:picMk id="19" creationId="{00000000-0000-0000-0000-000000000000}"/>
          </ac:picMkLst>
        </pc:picChg>
        <pc:picChg chg="mod">
          <ac:chgData name="DI CIOCCO, Angela" userId="8d35d47c-2fe4-479c-8205-6cade09440b0" providerId="ADAL" clId="{B24C6CD0-28DF-4530-8FCE-F87A6FC94B2E}" dt="2026-02-15T03:53:10.818" v="139" actId="14100"/>
          <ac:picMkLst>
            <pc:docMk/>
            <pc:sldMk cId="3776055153" sldId="367"/>
            <ac:picMk id="20" creationId="{00000000-0000-0000-0000-000000000000}"/>
          </ac:picMkLst>
        </pc:picChg>
      </pc:sldChg>
      <pc:sldChg chg="del">
        <pc:chgData name="DI CIOCCO, Angela" userId="8d35d47c-2fe4-479c-8205-6cade09440b0" providerId="ADAL" clId="{B24C6CD0-28DF-4530-8FCE-F87A6FC94B2E}" dt="2026-02-15T03:57:37.250" v="189" actId="47"/>
        <pc:sldMkLst>
          <pc:docMk/>
          <pc:sldMk cId="2870536888" sldId="369"/>
        </pc:sldMkLst>
      </pc:sldChg>
      <pc:sldChg chg="addSp delSp modSp add mod delAnim modAnim">
        <pc:chgData name="DI CIOCCO, Angela" userId="8d35d47c-2fe4-479c-8205-6cade09440b0" providerId="ADAL" clId="{B24C6CD0-28DF-4530-8FCE-F87A6FC94B2E}" dt="2026-02-15T03:57:32.423" v="188" actId="1076"/>
        <pc:sldMkLst>
          <pc:docMk/>
          <pc:sldMk cId="3596587220" sldId="370"/>
        </pc:sldMkLst>
        <pc:spChg chg="add mod">
          <ac:chgData name="DI CIOCCO, Angela" userId="8d35d47c-2fe4-479c-8205-6cade09440b0" providerId="ADAL" clId="{B24C6CD0-28DF-4530-8FCE-F87A6FC94B2E}" dt="2026-02-15T03:57:32.423" v="188" actId="1076"/>
          <ac:spMkLst>
            <pc:docMk/>
            <pc:sldMk cId="3596587220" sldId="370"/>
            <ac:spMk id="13" creationId="{993F9D85-00B8-3B00-1233-6A8FF86FEB23}"/>
          </ac:spMkLst>
        </pc:spChg>
        <pc:picChg chg="del">
          <ac:chgData name="DI CIOCCO, Angela" userId="8d35d47c-2fe4-479c-8205-6cade09440b0" providerId="ADAL" clId="{B24C6CD0-28DF-4530-8FCE-F87A6FC94B2E}" dt="2026-02-15T03:55:10.894" v="164" actId="478"/>
          <ac:picMkLst>
            <pc:docMk/>
            <pc:sldMk cId="3596587220" sldId="370"/>
            <ac:picMk id="2" creationId="{2DBE1484-EADC-08C4-A9A5-276F0A5D4EA4}"/>
          </ac:picMkLst>
        </pc:picChg>
        <pc:picChg chg="del">
          <ac:chgData name="DI CIOCCO, Angela" userId="8d35d47c-2fe4-479c-8205-6cade09440b0" providerId="ADAL" clId="{B24C6CD0-28DF-4530-8FCE-F87A6FC94B2E}" dt="2026-02-15T03:55:09.032" v="163" actId="478"/>
          <ac:picMkLst>
            <pc:docMk/>
            <pc:sldMk cId="3596587220" sldId="370"/>
            <ac:picMk id="5" creationId="{B88D006E-8082-6957-DDFD-96B6C77CC90E}"/>
          </ac:picMkLst>
        </pc:picChg>
        <pc:picChg chg="add mod">
          <ac:chgData name="DI CIOCCO, Angela" userId="8d35d47c-2fe4-479c-8205-6cade09440b0" providerId="ADAL" clId="{B24C6CD0-28DF-4530-8FCE-F87A6FC94B2E}" dt="2026-02-15T03:55:21.572" v="166" actId="1076"/>
          <ac:picMkLst>
            <pc:docMk/>
            <pc:sldMk cId="3596587220" sldId="370"/>
            <ac:picMk id="6" creationId="{840A2CF0-A814-5419-C396-E6156A4DD4A2}"/>
          </ac:picMkLst>
        </pc:picChg>
        <pc:picChg chg="add mod">
          <ac:chgData name="DI CIOCCO, Angela" userId="8d35d47c-2fe4-479c-8205-6cade09440b0" providerId="ADAL" clId="{B24C6CD0-28DF-4530-8FCE-F87A6FC94B2E}" dt="2026-02-15T03:56:24.717" v="176" actId="1076"/>
          <ac:picMkLst>
            <pc:docMk/>
            <pc:sldMk cId="3596587220" sldId="370"/>
            <ac:picMk id="7" creationId="{DA22B819-5CBB-FA99-6AF4-AD0AA4E01D9A}"/>
          </ac:picMkLst>
        </pc:picChg>
        <pc:picChg chg="add mod">
          <ac:chgData name="DI CIOCCO, Angela" userId="8d35d47c-2fe4-479c-8205-6cade09440b0" providerId="ADAL" clId="{B24C6CD0-28DF-4530-8FCE-F87A6FC94B2E}" dt="2026-02-15T03:56:29.556" v="177" actId="1076"/>
          <ac:picMkLst>
            <pc:docMk/>
            <pc:sldMk cId="3596587220" sldId="370"/>
            <ac:picMk id="8" creationId="{0966B327-C5CB-CADE-39B8-20FA3E32FFF4}"/>
          </ac:picMkLst>
        </pc:picChg>
        <pc:picChg chg="add mod">
          <ac:chgData name="DI CIOCCO, Angela" userId="8d35d47c-2fe4-479c-8205-6cade09440b0" providerId="ADAL" clId="{B24C6CD0-28DF-4530-8FCE-F87A6FC94B2E}" dt="2026-02-15T03:56:34.277" v="178" actId="1076"/>
          <ac:picMkLst>
            <pc:docMk/>
            <pc:sldMk cId="3596587220" sldId="370"/>
            <ac:picMk id="9" creationId="{68E8AAC5-F7DF-6EDA-D5F9-2DE8FC703708}"/>
          </ac:picMkLst>
        </pc:picChg>
        <pc:picChg chg="add mod">
          <ac:chgData name="DI CIOCCO, Angela" userId="8d35d47c-2fe4-479c-8205-6cade09440b0" providerId="ADAL" clId="{B24C6CD0-28DF-4530-8FCE-F87A6FC94B2E}" dt="2026-02-15T03:56:38.085" v="179" actId="1076"/>
          <ac:picMkLst>
            <pc:docMk/>
            <pc:sldMk cId="3596587220" sldId="370"/>
            <ac:picMk id="10" creationId="{4CB286A4-3F18-D6C9-AB53-2EF3B18B9DC6}"/>
          </ac:picMkLst>
        </pc:picChg>
        <pc:picChg chg="add mod">
          <ac:chgData name="DI CIOCCO, Angela" userId="8d35d47c-2fe4-479c-8205-6cade09440b0" providerId="ADAL" clId="{B24C6CD0-28DF-4530-8FCE-F87A6FC94B2E}" dt="2026-02-15T03:56:58.395" v="182" actId="1076"/>
          <ac:picMkLst>
            <pc:docMk/>
            <pc:sldMk cId="3596587220" sldId="370"/>
            <ac:picMk id="11" creationId="{A41B196F-9E65-E16C-5798-1EF35E18DC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0ACE-D79F-536C-DB6F-E8A3A47D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66D66-6224-EA4A-D565-FC3D7793D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09179-B6B0-67E7-7F2D-D10CD7B2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12BA6-3546-4E9D-82AB-09C1AA4B1313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19E41-8038-D420-DC25-0383682C4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602F3-1272-59A7-674D-906CA032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EB2D-3C22-493D-946A-F594587748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409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8242-8297-27EB-F20C-65613608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BBC86-9947-E76C-6F02-ECEE921B8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EE436-18A7-31A7-726F-5BBDE1192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12BA6-3546-4E9D-82AB-09C1AA4B1313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B0350-75F1-E325-43F7-79EE02BFB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089E2-217C-A6D2-F1DE-43CDCB5A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EB2D-3C22-493D-946A-F594587748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571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13EA9-BA59-0280-ACA6-A0DE1C053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D5254-C112-80AA-10CA-04347E24E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F157C-A319-4A58-17E9-804DF374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12BA6-3546-4E9D-82AB-09C1AA4B1313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C765D-6C74-7458-C9D9-89A18713D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5E4AC-5623-E043-2AEA-408C9DED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EB2D-3C22-493D-946A-F594587748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8745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054E-2192-F834-A55B-870E31170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2311F-CCEC-01DF-E9F3-33F0E0CB7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9DF43-C2C4-5A0B-04A3-9A392BAB6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5E537-F962-7522-1137-4489C336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12BA6-3546-4E9D-82AB-09C1AA4B1313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5859D-4868-AAB9-C7DE-0AE0A44E7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524F2-4453-D296-50F3-CCF299B6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EB2D-3C22-493D-946A-F594587748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694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73F71-ECE7-D658-D8F2-109AB5A4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51AA6-27D2-376C-B81E-E5BCDAA9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F388A-0FB1-0A1C-6E43-A522DBB21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D709CC-E202-7652-935F-5F416F33D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8C61B6-E869-ECF0-E6DE-0EC479F91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27F4C1-5CE5-222F-8E8E-C78D8C21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12BA6-3546-4E9D-82AB-09C1AA4B1313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52498-DF9E-E5A0-2074-F5C7090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AA12E5-C700-71C0-4BBE-CF4AF7D2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EB2D-3C22-493D-946A-F594587748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404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73DF6-B0D9-8439-6987-6F245892F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B6E36-8B86-17EF-A2BD-D21D31946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12BA6-3546-4E9D-82AB-09C1AA4B1313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59A53-CC59-4D09-4FAA-61BC2228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93594-8032-03AB-C4BE-B2641084F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EB2D-3C22-493D-946A-F594587748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2386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F1B2B7-664A-4854-0245-2A6213F89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12BA6-3546-4E9D-82AB-09C1AA4B1313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1D20F-6294-8633-8DF4-634E0072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B2E30-B064-91F2-D748-1DBDB2C5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EB2D-3C22-493D-946A-F594587748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890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90CA-6A51-BFB7-FACF-5DA68A1EB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73F18-E776-F521-CDF7-3AA9F4339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806B4-57C1-52AC-0AF5-CD4693671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1444A-720B-3DD9-50E4-61D600861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12BA6-3546-4E9D-82AB-09C1AA4B1313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B0B60-8D97-40CE-8B3D-1DDAB9EB5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DC255-B429-A932-9BA9-66B312E0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EB2D-3C22-493D-946A-F594587748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455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1F06-61B9-42A0-45A0-E5A71ED11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6F029-5D26-6EEE-D996-D0F908414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ABA23-E774-F4B4-8FB0-780D8FA2F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D2ED2-37BB-C4F8-D6C0-917429D2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12BA6-3546-4E9D-82AB-09C1AA4B1313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F7D0C-EEB5-5E66-21C3-46BE252A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A172A-EC34-7CEC-2E9E-455B269E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EB2D-3C22-493D-946A-F594587748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919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20FF-8717-F52B-DD7B-F13A7946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868701-C871-804C-2FDB-9398257E2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0C567-83EE-3032-C505-474483AA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12BA6-3546-4E9D-82AB-09C1AA4B1313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77297-B08B-D1D1-BD81-AB311858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CEDDA-CB57-B701-1239-72932D2B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EB2D-3C22-493D-946A-F594587748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582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A7FF5F-BC16-B4DE-572D-6A05960F5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2D754-7B4F-E6D7-908B-173C08D99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C3318-E040-C118-8252-CF019A636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12BA6-3546-4E9D-82AB-09C1AA4B1313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51F2E-A454-711A-DED7-95F5C6996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58552-DB27-A8C5-1739-F2EC543A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EB2D-3C22-493D-946A-F594587748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3794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C43DF-51E6-4C06-9ED5-837AB04F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10" y="-80355"/>
            <a:ext cx="10515600" cy="1325563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7EB9E1-2BD1-5CF5-07F8-D1E3654053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286" y="3106882"/>
            <a:ext cx="1181100" cy="896937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GB"/>
              <a:t>Text</a:t>
            </a:r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368EFDA-C61B-04FE-5D9B-5C074F2CA3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9596" y="3065608"/>
            <a:ext cx="1957388" cy="979487"/>
          </a:xfrm>
        </p:spPr>
        <p:txBody>
          <a:bodyPr/>
          <a:lstStyle>
            <a:lvl1pPr marL="0" indent="0">
              <a:buNone/>
              <a:defRPr>
                <a:ln>
                  <a:noFill/>
                </a:ln>
              </a:defRPr>
            </a:lvl1pPr>
          </a:lstStyle>
          <a:p>
            <a:endParaRPr lang="en-AU"/>
          </a:p>
        </p:txBody>
      </p:sp>
      <p:pic>
        <p:nvPicPr>
          <p:cNvPr id="11" name="Picture 2" descr="The EUI Library Blog | Cambridge University Press logo - The EUI Library  Blog">
            <a:extLst>
              <a:ext uri="{FF2B5EF4-FFF2-40B4-BE49-F238E27FC236}">
                <a16:creationId xmlns:a16="http://schemas.microsoft.com/office/drawing/2014/main" id="{CBA06EFF-6C53-1CEC-DE4B-0DF5E42B56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8588" y="6211137"/>
            <a:ext cx="2080491" cy="832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36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35C7F3-A59F-9D55-1C4C-520BD38EE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ECBDA-16B9-2466-7BAE-90A702D7C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4BB8B-639C-8DDF-AAC0-88D8CA4F1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12BA6-3546-4E9D-82AB-09C1AA4B1313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0DC74-D191-7D8E-A23E-D73542D95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8A18C-75CC-85FD-9888-A5EFCA952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BEB2D-3C22-493D-946A-F594587748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740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D0529D-A2B8-E870-50AA-6F65DDB98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46" y="2446058"/>
            <a:ext cx="9914441" cy="982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650113-7803-4DBE-3436-B25D2D0B6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549259">
            <a:off x="9651254" y="682564"/>
            <a:ext cx="2175711" cy="12533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A5BF82-5D56-38D7-AE76-42A7FDFEA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788152">
            <a:off x="576215" y="470372"/>
            <a:ext cx="1252991" cy="1358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66DCEC-74C0-0A92-E1F9-5E25D76DC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2129" y="112349"/>
            <a:ext cx="3195263" cy="207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52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B45F31-1CB0-39C0-4E4F-D235CE62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03" y="104583"/>
            <a:ext cx="10515600" cy="1325563"/>
          </a:xfrm>
        </p:spPr>
        <p:txBody>
          <a:bodyPr/>
          <a:lstStyle/>
          <a:p>
            <a:r>
              <a:rPr lang="en-AU" dirty="0">
                <a:latin typeface="Trebuchet MS"/>
              </a:rPr>
              <a:t>Learning intentions – Ex 1K</a:t>
            </a:r>
            <a:br>
              <a:rPr lang="en-AU" dirty="0">
                <a:latin typeface="Trebuchet MS"/>
              </a:rPr>
            </a:br>
            <a:r>
              <a:rPr lang="en-AU" dirty="0">
                <a:latin typeface="Trebuchet MS"/>
              </a:rPr>
              <a:t>APPLICATIONS of SIMULTANEOUS EQUATIONS </a:t>
            </a:r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90" y="1594735"/>
            <a:ext cx="8392095" cy="114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16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06732-84FF-9CB3-FC61-B9019B8B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97" y="-83181"/>
            <a:ext cx="10515600" cy="1325563"/>
          </a:xfrm>
        </p:spPr>
        <p:txBody>
          <a:bodyPr/>
          <a:lstStyle/>
          <a:p>
            <a:r>
              <a:rPr lang="en-AU"/>
              <a:t>Key Ideas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03" y="1147346"/>
            <a:ext cx="10603579" cy="228165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ABF36E-2176-A149-132F-F9B28F64BA50}"/>
              </a:ext>
            </a:extLst>
          </p:cNvPr>
          <p:cNvGraphicFramePr>
            <a:graphicFrameLocks noGrp="1"/>
          </p:cNvGraphicFramePr>
          <p:nvPr/>
        </p:nvGraphicFramePr>
        <p:xfrm>
          <a:off x="7738654" y="-4808"/>
          <a:ext cx="4446167" cy="562061"/>
        </p:xfrm>
        <a:graphic>
          <a:graphicData uri="http://schemas.openxmlformats.org/drawingml/2006/table">
            <a:tbl>
              <a:tblPr/>
              <a:tblGrid>
                <a:gridCol w="1111542">
                  <a:extLst>
                    <a:ext uri="{9D8B030D-6E8A-4147-A177-3AD203B41FA5}">
                      <a16:colId xmlns:a16="http://schemas.microsoft.com/office/drawing/2014/main" val="4273283243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81459603"/>
                    </a:ext>
                  </a:extLst>
                </a:gridCol>
                <a:gridCol w="1101377">
                  <a:extLst>
                    <a:ext uri="{9D8B030D-6E8A-4147-A177-3AD203B41FA5}">
                      <a16:colId xmlns:a16="http://schemas.microsoft.com/office/drawing/2014/main" val="413592135"/>
                    </a:ext>
                  </a:extLst>
                </a:gridCol>
                <a:gridCol w="1111542">
                  <a:extLst>
                    <a:ext uri="{9D8B030D-6E8A-4147-A177-3AD203B41FA5}">
                      <a16:colId xmlns:a16="http://schemas.microsoft.com/office/drawing/2014/main" val="3368135151"/>
                    </a:ext>
                  </a:extLst>
                </a:gridCol>
              </a:tblGrid>
              <a:tr h="56206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WARM UP​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283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NEW LEARNING​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D2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DIVE IN​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REFLECT​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3B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1726"/>
                  </a:ext>
                </a:extLst>
              </a:tr>
            </a:tbl>
          </a:graphicData>
        </a:graphic>
      </p:graphicFrame>
      <p:sp>
        <p:nvSpPr>
          <p:cNvPr id="5" name="Arrow: Up 4">
            <a:extLst>
              <a:ext uri="{FF2B5EF4-FFF2-40B4-BE49-F238E27FC236}">
                <a16:creationId xmlns:a16="http://schemas.microsoft.com/office/drawing/2014/main" id="{15163530-7E2E-1532-7159-6BFEF2708760}"/>
              </a:ext>
            </a:extLst>
          </p:cNvPr>
          <p:cNvSpPr/>
          <p:nvPr/>
        </p:nvSpPr>
        <p:spPr>
          <a:xfrm>
            <a:off x="9316957" y="687470"/>
            <a:ext cx="230277" cy="21234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8495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06732-84FF-9CB3-FC61-B9019B8B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77" y="-4808"/>
            <a:ext cx="10515600" cy="1325563"/>
          </a:xfrm>
        </p:spPr>
        <p:txBody>
          <a:bodyPr>
            <a:normAutofit/>
          </a:bodyPr>
          <a:lstStyle/>
          <a:p>
            <a:r>
              <a:rPr lang="en-AU" dirty="0"/>
              <a:t>Example  </a:t>
            </a:r>
            <a:br>
              <a:rPr lang="en-AU" dirty="0"/>
            </a:br>
            <a:r>
              <a:rPr lang="en-US" dirty="0"/>
              <a:t>Setting up and solving simultaneous equations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77" y="1139938"/>
            <a:ext cx="10979099" cy="87068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BF1AB6-6D3B-A980-83D2-D3C25EA66686}"/>
              </a:ext>
            </a:extLst>
          </p:cNvPr>
          <p:cNvGraphicFramePr>
            <a:graphicFrameLocks noGrp="1"/>
          </p:cNvGraphicFramePr>
          <p:nvPr/>
        </p:nvGraphicFramePr>
        <p:xfrm>
          <a:off x="7738654" y="-4808"/>
          <a:ext cx="4446167" cy="562061"/>
        </p:xfrm>
        <a:graphic>
          <a:graphicData uri="http://schemas.openxmlformats.org/drawingml/2006/table">
            <a:tbl>
              <a:tblPr/>
              <a:tblGrid>
                <a:gridCol w="1111542">
                  <a:extLst>
                    <a:ext uri="{9D8B030D-6E8A-4147-A177-3AD203B41FA5}">
                      <a16:colId xmlns:a16="http://schemas.microsoft.com/office/drawing/2014/main" val="4273283243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81459603"/>
                    </a:ext>
                  </a:extLst>
                </a:gridCol>
                <a:gridCol w="1101377">
                  <a:extLst>
                    <a:ext uri="{9D8B030D-6E8A-4147-A177-3AD203B41FA5}">
                      <a16:colId xmlns:a16="http://schemas.microsoft.com/office/drawing/2014/main" val="413592135"/>
                    </a:ext>
                  </a:extLst>
                </a:gridCol>
                <a:gridCol w="1111542">
                  <a:extLst>
                    <a:ext uri="{9D8B030D-6E8A-4147-A177-3AD203B41FA5}">
                      <a16:colId xmlns:a16="http://schemas.microsoft.com/office/drawing/2014/main" val="3368135151"/>
                    </a:ext>
                  </a:extLst>
                </a:gridCol>
              </a:tblGrid>
              <a:tr h="56206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WARM UP​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283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NEW LEARNING​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D2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DIVE IN​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REFLECT​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3B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1726"/>
                  </a:ext>
                </a:extLst>
              </a:tr>
            </a:tbl>
          </a:graphicData>
        </a:graphic>
      </p:graphicFrame>
      <p:sp>
        <p:nvSpPr>
          <p:cNvPr id="5" name="Arrow: Up 4">
            <a:extLst>
              <a:ext uri="{FF2B5EF4-FFF2-40B4-BE49-F238E27FC236}">
                <a16:creationId xmlns:a16="http://schemas.microsoft.com/office/drawing/2014/main" id="{7AA8E034-8E94-6399-CFA6-444AED946154}"/>
              </a:ext>
            </a:extLst>
          </p:cNvPr>
          <p:cNvSpPr/>
          <p:nvPr/>
        </p:nvSpPr>
        <p:spPr>
          <a:xfrm>
            <a:off x="9322868" y="688884"/>
            <a:ext cx="230277" cy="21234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5B0BD6-1C0C-1FA1-CFC8-3EF7104FB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033" y="2249327"/>
            <a:ext cx="5179535" cy="421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86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06732-84FF-9CB3-FC61-B9019B8B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99" y="-8193"/>
            <a:ext cx="10515600" cy="1325563"/>
          </a:xfrm>
        </p:spPr>
        <p:txBody>
          <a:bodyPr>
            <a:normAutofit/>
          </a:bodyPr>
          <a:lstStyle/>
          <a:p>
            <a:r>
              <a:rPr lang="en-AU" dirty="0"/>
              <a:t>Example  </a:t>
            </a:r>
            <a:br>
              <a:rPr lang="en-AU" dirty="0"/>
            </a:br>
            <a:r>
              <a:rPr lang="en-US" dirty="0"/>
              <a:t>Setting up and solving simultaneous equations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226BC-1C43-743B-7474-F61E082D7EDE}"/>
              </a:ext>
            </a:extLst>
          </p:cNvPr>
          <p:cNvSpPr txBox="1"/>
          <p:nvPr/>
        </p:nvSpPr>
        <p:spPr>
          <a:xfrm>
            <a:off x="10662755" y="6020417"/>
            <a:ext cx="9881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150" y="1335372"/>
            <a:ext cx="4991797" cy="36200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073" y="1344954"/>
            <a:ext cx="4677428" cy="35247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150" y="1715375"/>
            <a:ext cx="3772426" cy="33342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4928" y="6400475"/>
            <a:ext cx="1836573" cy="35247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0C0693-990D-E0A7-0778-36FB4121312C}"/>
              </a:ext>
            </a:extLst>
          </p:cNvPr>
          <p:cNvGraphicFramePr>
            <a:graphicFrameLocks noGrp="1"/>
          </p:cNvGraphicFramePr>
          <p:nvPr/>
        </p:nvGraphicFramePr>
        <p:xfrm>
          <a:off x="7738654" y="-4808"/>
          <a:ext cx="4446167" cy="562061"/>
        </p:xfrm>
        <a:graphic>
          <a:graphicData uri="http://schemas.openxmlformats.org/drawingml/2006/table">
            <a:tbl>
              <a:tblPr/>
              <a:tblGrid>
                <a:gridCol w="1111542">
                  <a:extLst>
                    <a:ext uri="{9D8B030D-6E8A-4147-A177-3AD203B41FA5}">
                      <a16:colId xmlns:a16="http://schemas.microsoft.com/office/drawing/2014/main" val="4273283243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81459603"/>
                    </a:ext>
                  </a:extLst>
                </a:gridCol>
                <a:gridCol w="1101377">
                  <a:extLst>
                    <a:ext uri="{9D8B030D-6E8A-4147-A177-3AD203B41FA5}">
                      <a16:colId xmlns:a16="http://schemas.microsoft.com/office/drawing/2014/main" val="413592135"/>
                    </a:ext>
                  </a:extLst>
                </a:gridCol>
                <a:gridCol w="1111542">
                  <a:extLst>
                    <a:ext uri="{9D8B030D-6E8A-4147-A177-3AD203B41FA5}">
                      <a16:colId xmlns:a16="http://schemas.microsoft.com/office/drawing/2014/main" val="3368135151"/>
                    </a:ext>
                  </a:extLst>
                </a:gridCol>
              </a:tblGrid>
              <a:tr h="56206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WARM UP​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283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NEW LEARNING​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D2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DIVE IN​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REFLECT​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3B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1726"/>
                  </a:ext>
                </a:extLst>
              </a:tr>
            </a:tbl>
          </a:graphicData>
        </a:graphic>
      </p:graphicFrame>
      <p:sp>
        <p:nvSpPr>
          <p:cNvPr id="10" name="Arrow: Up 9">
            <a:extLst>
              <a:ext uri="{FF2B5EF4-FFF2-40B4-BE49-F238E27FC236}">
                <a16:creationId xmlns:a16="http://schemas.microsoft.com/office/drawing/2014/main" id="{825E8417-3328-B1A0-B83A-2AAEEB2BD182}"/>
              </a:ext>
            </a:extLst>
          </p:cNvPr>
          <p:cNvSpPr/>
          <p:nvPr/>
        </p:nvSpPr>
        <p:spPr>
          <a:xfrm>
            <a:off x="10432477" y="667438"/>
            <a:ext cx="230277" cy="21234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C3C506-1370-F622-73F9-1198176B2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99" y="1108259"/>
            <a:ext cx="2078651" cy="81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05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4206732-84FF-9CB3-FC61-B9019B8B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38" y="101481"/>
            <a:ext cx="10515600" cy="1325563"/>
          </a:xfrm>
        </p:spPr>
        <p:txBody>
          <a:bodyPr>
            <a:normAutofit/>
          </a:bodyPr>
          <a:lstStyle/>
          <a:p>
            <a:r>
              <a:rPr lang="en-AU" dirty="0"/>
              <a:t>Example </a:t>
            </a:r>
            <a:br>
              <a:rPr lang="en-AU" dirty="0"/>
            </a:br>
            <a:r>
              <a:rPr lang="en-US" dirty="0"/>
              <a:t>Solving further applications of simultaneous equations </a:t>
            </a:r>
            <a:br>
              <a:rPr lang="en-US" dirty="0"/>
            </a:br>
            <a:r>
              <a:rPr lang="en-US" dirty="0"/>
              <a:t>involving two variables</a:t>
            </a:r>
            <a:endParaRPr lang="en-AU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83" y="1427044"/>
            <a:ext cx="11375863" cy="91006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8B5BC9-8F83-B38A-4C57-854F395D3A72}"/>
              </a:ext>
            </a:extLst>
          </p:cNvPr>
          <p:cNvGraphicFramePr>
            <a:graphicFrameLocks noGrp="1"/>
          </p:cNvGraphicFramePr>
          <p:nvPr/>
        </p:nvGraphicFramePr>
        <p:xfrm>
          <a:off x="7738654" y="-4808"/>
          <a:ext cx="4446167" cy="562061"/>
        </p:xfrm>
        <a:graphic>
          <a:graphicData uri="http://schemas.openxmlformats.org/drawingml/2006/table">
            <a:tbl>
              <a:tblPr/>
              <a:tblGrid>
                <a:gridCol w="1111542">
                  <a:extLst>
                    <a:ext uri="{9D8B030D-6E8A-4147-A177-3AD203B41FA5}">
                      <a16:colId xmlns:a16="http://schemas.microsoft.com/office/drawing/2014/main" val="4273283243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81459603"/>
                    </a:ext>
                  </a:extLst>
                </a:gridCol>
                <a:gridCol w="1101377">
                  <a:extLst>
                    <a:ext uri="{9D8B030D-6E8A-4147-A177-3AD203B41FA5}">
                      <a16:colId xmlns:a16="http://schemas.microsoft.com/office/drawing/2014/main" val="413592135"/>
                    </a:ext>
                  </a:extLst>
                </a:gridCol>
                <a:gridCol w="1111542">
                  <a:extLst>
                    <a:ext uri="{9D8B030D-6E8A-4147-A177-3AD203B41FA5}">
                      <a16:colId xmlns:a16="http://schemas.microsoft.com/office/drawing/2014/main" val="3368135151"/>
                    </a:ext>
                  </a:extLst>
                </a:gridCol>
              </a:tblGrid>
              <a:tr h="56206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WARM UP​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283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NEW LEARNING​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D2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DIVE IN​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REFLECT​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3B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1726"/>
                  </a:ext>
                </a:extLst>
              </a:tr>
            </a:tbl>
          </a:graphicData>
        </a:graphic>
      </p:graphicFrame>
      <p:sp>
        <p:nvSpPr>
          <p:cNvPr id="4" name="Arrow: Up 3">
            <a:extLst>
              <a:ext uri="{FF2B5EF4-FFF2-40B4-BE49-F238E27FC236}">
                <a16:creationId xmlns:a16="http://schemas.microsoft.com/office/drawing/2014/main" id="{11B31AF5-2E7B-25E4-FC5D-F757CF34913E}"/>
              </a:ext>
            </a:extLst>
          </p:cNvPr>
          <p:cNvSpPr/>
          <p:nvPr/>
        </p:nvSpPr>
        <p:spPr>
          <a:xfrm>
            <a:off x="9322868" y="688884"/>
            <a:ext cx="230277" cy="21234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393AD3-0408-255D-3A2E-B0909F76A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99" y="2663522"/>
            <a:ext cx="5453549" cy="40929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84AF6D-64A4-45F3-9949-DA81DEF9F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482" y="3236872"/>
            <a:ext cx="5473041" cy="256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8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C4A784A-1308-F302-9B1E-6FF03094B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1FD1E70-D564-198C-A21C-7CC092082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38" y="101481"/>
            <a:ext cx="10515600" cy="1325563"/>
          </a:xfrm>
        </p:spPr>
        <p:txBody>
          <a:bodyPr>
            <a:normAutofit/>
          </a:bodyPr>
          <a:lstStyle/>
          <a:p>
            <a:r>
              <a:rPr lang="en-AU" dirty="0"/>
              <a:t>Example </a:t>
            </a:r>
            <a:br>
              <a:rPr lang="en-AU" dirty="0"/>
            </a:br>
            <a:r>
              <a:rPr lang="en-US" dirty="0"/>
              <a:t>Solving further applications of simultaneous equations </a:t>
            </a:r>
            <a:br>
              <a:rPr lang="en-US" dirty="0"/>
            </a:br>
            <a:r>
              <a:rPr lang="en-US" dirty="0"/>
              <a:t>involving two variables</a:t>
            </a:r>
            <a:endParaRPr lang="en-AU" i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5E972A-F31D-2FCA-A385-E19DAC1F96E5}"/>
              </a:ext>
            </a:extLst>
          </p:cNvPr>
          <p:cNvGraphicFramePr>
            <a:graphicFrameLocks noGrp="1"/>
          </p:cNvGraphicFramePr>
          <p:nvPr/>
        </p:nvGraphicFramePr>
        <p:xfrm>
          <a:off x="7738654" y="-4808"/>
          <a:ext cx="4446167" cy="562061"/>
        </p:xfrm>
        <a:graphic>
          <a:graphicData uri="http://schemas.openxmlformats.org/drawingml/2006/table">
            <a:tbl>
              <a:tblPr/>
              <a:tblGrid>
                <a:gridCol w="1111542">
                  <a:extLst>
                    <a:ext uri="{9D8B030D-6E8A-4147-A177-3AD203B41FA5}">
                      <a16:colId xmlns:a16="http://schemas.microsoft.com/office/drawing/2014/main" val="4273283243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81459603"/>
                    </a:ext>
                  </a:extLst>
                </a:gridCol>
                <a:gridCol w="1101377">
                  <a:extLst>
                    <a:ext uri="{9D8B030D-6E8A-4147-A177-3AD203B41FA5}">
                      <a16:colId xmlns:a16="http://schemas.microsoft.com/office/drawing/2014/main" val="413592135"/>
                    </a:ext>
                  </a:extLst>
                </a:gridCol>
                <a:gridCol w="1111542">
                  <a:extLst>
                    <a:ext uri="{9D8B030D-6E8A-4147-A177-3AD203B41FA5}">
                      <a16:colId xmlns:a16="http://schemas.microsoft.com/office/drawing/2014/main" val="3368135151"/>
                    </a:ext>
                  </a:extLst>
                </a:gridCol>
              </a:tblGrid>
              <a:tr h="56206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WARM UP​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283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NEW LEARNING​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D2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DIVE IN​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REFLECT​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3B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1726"/>
                  </a:ext>
                </a:extLst>
              </a:tr>
            </a:tbl>
          </a:graphicData>
        </a:graphic>
      </p:graphicFrame>
      <p:sp>
        <p:nvSpPr>
          <p:cNvPr id="4" name="Arrow: Up 3">
            <a:extLst>
              <a:ext uri="{FF2B5EF4-FFF2-40B4-BE49-F238E27FC236}">
                <a16:creationId xmlns:a16="http://schemas.microsoft.com/office/drawing/2014/main" id="{B75CDE47-B73F-F4F7-C999-D1CA35BC2F7F}"/>
              </a:ext>
            </a:extLst>
          </p:cNvPr>
          <p:cNvSpPr/>
          <p:nvPr/>
        </p:nvSpPr>
        <p:spPr>
          <a:xfrm>
            <a:off x="9322868" y="688884"/>
            <a:ext cx="230277" cy="21234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0A2CF0-A814-5419-C396-E6156A4DD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44" y="1427044"/>
            <a:ext cx="2078651" cy="816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22B819-5CBB-FA99-6AF4-AD0AA4E01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761" y="1574702"/>
            <a:ext cx="4591691" cy="371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66B327-C5CB-CADE-39B8-20FA3E32F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273" y="1612807"/>
            <a:ext cx="5153744" cy="333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E8AAC5-F7DF-6EDA-D5F9-2DE8FC703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761" y="1970542"/>
            <a:ext cx="4334480" cy="333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B286A4-3F18-D6C9-AB53-2EF3B18B9D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9837" y="1970542"/>
            <a:ext cx="1857634" cy="3524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1B196F-9E65-E16C-5798-1EF35E18DC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1737" y="6505268"/>
            <a:ext cx="2142243" cy="2512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3F9D85-00B8-3B00-1233-6A8FF86FEB23}"/>
              </a:ext>
            </a:extLst>
          </p:cNvPr>
          <p:cNvSpPr txBox="1"/>
          <p:nvPr/>
        </p:nvSpPr>
        <p:spPr>
          <a:xfrm>
            <a:off x="10653138" y="6197491"/>
            <a:ext cx="1097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</a:p>
        </p:txBody>
      </p:sp>
    </p:spTree>
    <p:extLst>
      <p:ext uri="{BB962C8B-B14F-4D97-AF65-F5344CB8AC3E}">
        <p14:creationId xmlns:p14="http://schemas.microsoft.com/office/powerpoint/2010/main" val="359658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B45F31-1CB0-39C0-4E4F-D235CE62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723" y="-88167"/>
            <a:ext cx="10515600" cy="1325563"/>
          </a:xfrm>
        </p:spPr>
        <p:txBody>
          <a:bodyPr/>
          <a:lstStyle/>
          <a:p>
            <a:r>
              <a:rPr lang="en-AU" dirty="0">
                <a:latin typeface="Trebuchet MS"/>
              </a:rPr>
              <a:t>Learning intentions (recap)</a:t>
            </a:r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CF49CDB-A974-2237-4392-07F140A518F4}"/>
              </a:ext>
            </a:extLst>
          </p:cNvPr>
          <p:cNvSpPr txBox="1">
            <a:spLocks/>
          </p:cNvSpPr>
          <p:nvPr/>
        </p:nvSpPr>
        <p:spPr>
          <a:xfrm>
            <a:off x="939806" y="3665413"/>
            <a:ext cx="10515600" cy="492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0070C0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AU" sz="2400" dirty="0">
                <a:latin typeface="Trebuchet MS"/>
              </a:rPr>
              <a:t>Working programs | Exercise 1K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789EE7-6CBD-505D-56B3-E9856670E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072500"/>
              </p:ext>
            </p:extLst>
          </p:nvPr>
        </p:nvGraphicFramePr>
        <p:xfrm>
          <a:off x="1738279" y="4213775"/>
          <a:ext cx="7871649" cy="187686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2512029">
                  <a:extLst>
                    <a:ext uri="{9D8B030D-6E8A-4147-A177-3AD203B41FA5}">
                      <a16:colId xmlns:a16="http://schemas.microsoft.com/office/drawing/2014/main" val="4086978821"/>
                    </a:ext>
                  </a:extLst>
                </a:gridCol>
                <a:gridCol w="1843256">
                  <a:extLst>
                    <a:ext uri="{9D8B030D-6E8A-4147-A177-3AD203B41FA5}">
                      <a16:colId xmlns:a16="http://schemas.microsoft.com/office/drawing/2014/main" val="4066785041"/>
                    </a:ext>
                  </a:extLst>
                </a:gridCol>
                <a:gridCol w="1842073">
                  <a:extLst>
                    <a:ext uri="{9D8B030D-6E8A-4147-A177-3AD203B41FA5}">
                      <a16:colId xmlns:a16="http://schemas.microsoft.com/office/drawing/2014/main" val="817824210"/>
                    </a:ext>
                  </a:extLst>
                </a:gridCol>
                <a:gridCol w="1674291">
                  <a:extLst>
                    <a:ext uri="{9D8B030D-6E8A-4147-A177-3AD203B41FA5}">
                      <a16:colId xmlns:a16="http://schemas.microsoft.com/office/drawing/2014/main" val="2430942263"/>
                    </a:ext>
                  </a:extLst>
                </a:gridCol>
              </a:tblGrid>
              <a:tr h="375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Foundation</a:t>
                      </a:r>
                      <a:endParaRPr lang="en-US" sz="1100" b="1" kern="120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Times New Roman"/>
                      </a:endParaRPr>
                    </a:p>
                  </a:txBody>
                  <a:tcPr marL="43180" marR="43180" marT="0" marB="0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1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/>
                          <a:cs typeface="Times New Roman"/>
                        </a:rPr>
                        <a:t>Standard</a:t>
                      </a:r>
                    </a:p>
                  </a:txBody>
                  <a:tcPr marL="43180" marR="431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1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Advanced</a:t>
                      </a:r>
                    </a:p>
                  </a:txBody>
                  <a:tcPr marL="43180" marR="43180" marT="0" marB="0" anchor="ctr"/>
                </a:tc>
                <a:extLst>
                  <a:ext uri="{0D108BD9-81ED-4DB2-BD59-A6C34878D82A}">
                    <a16:rowId xmlns:a16="http://schemas.microsoft.com/office/drawing/2014/main" val="4105377858"/>
                  </a:ext>
                </a:extLst>
              </a:tr>
              <a:tr h="375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</a:rPr>
                        <a:t>Fluency  1–5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4,5</a:t>
                      </a:r>
                    </a:p>
                  </a:txBody>
                  <a:tcPr marL="43180" marR="431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000904"/>
                  </a:ext>
                </a:extLst>
              </a:tr>
              <a:tr h="375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</a:rPr>
                        <a:t>Problem-solving 6–9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6.8.9</a:t>
                      </a:r>
                    </a:p>
                  </a:txBody>
                  <a:tcPr marL="43180" marR="431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105260"/>
                  </a:ext>
                </a:extLst>
              </a:tr>
              <a:tr h="375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Reasoning 10–12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</a:rPr>
                        <a:t>10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96321"/>
                  </a:ext>
                </a:extLst>
              </a:tr>
              <a:tr h="375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</a:rPr>
                        <a:t>Enrichment </a:t>
                      </a:r>
                      <a:r>
                        <a:rPr lang="en-US" sz="1000" dirty="0">
                          <a:effectLst/>
                        </a:rPr>
                        <a:t>13–14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</a:rPr>
                        <a:t>—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180" marR="431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</a:rPr>
                        <a:t>—</a:t>
                      </a:r>
                    </a:p>
                  </a:txBody>
                  <a:tcPr marL="43180" marR="431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13–14</a:t>
                      </a:r>
                    </a:p>
                  </a:txBody>
                  <a:tcPr marL="43180" marR="431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98394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01" y="1676929"/>
            <a:ext cx="10343642" cy="140531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C15CC3-125F-24B1-0156-53521AB0AEF8}"/>
              </a:ext>
            </a:extLst>
          </p:cNvPr>
          <p:cNvGraphicFramePr>
            <a:graphicFrameLocks noGrp="1"/>
          </p:cNvGraphicFramePr>
          <p:nvPr/>
        </p:nvGraphicFramePr>
        <p:xfrm>
          <a:off x="7738654" y="-4808"/>
          <a:ext cx="4446167" cy="562061"/>
        </p:xfrm>
        <a:graphic>
          <a:graphicData uri="http://schemas.openxmlformats.org/drawingml/2006/table">
            <a:tbl>
              <a:tblPr/>
              <a:tblGrid>
                <a:gridCol w="1111542">
                  <a:extLst>
                    <a:ext uri="{9D8B030D-6E8A-4147-A177-3AD203B41FA5}">
                      <a16:colId xmlns:a16="http://schemas.microsoft.com/office/drawing/2014/main" val="4273283243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81459603"/>
                    </a:ext>
                  </a:extLst>
                </a:gridCol>
                <a:gridCol w="1101377">
                  <a:extLst>
                    <a:ext uri="{9D8B030D-6E8A-4147-A177-3AD203B41FA5}">
                      <a16:colId xmlns:a16="http://schemas.microsoft.com/office/drawing/2014/main" val="413592135"/>
                    </a:ext>
                  </a:extLst>
                </a:gridCol>
                <a:gridCol w="1111542">
                  <a:extLst>
                    <a:ext uri="{9D8B030D-6E8A-4147-A177-3AD203B41FA5}">
                      <a16:colId xmlns:a16="http://schemas.microsoft.com/office/drawing/2014/main" val="3368135151"/>
                    </a:ext>
                  </a:extLst>
                </a:gridCol>
              </a:tblGrid>
              <a:tr h="56206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WARM UP​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283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NEW LEARNING​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D2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DIVE IN​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AU" sz="1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REFLECT​</a:t>
                      </a:r>
                      <a:endParaRPr lang="en-AU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9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3B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1726"/>
                  </a:ext>
                </a:extLst>
              </a:tr>
            </a:tbl>
          </a:graphicData>
        </a:graphic>
      </p:graphicFrame>
      <p:sp>
        <p:nvSpPr>
          <p:cNvPr id="8" name="Arrow: Up 7">
            <a:extLst>
              <a:ext uri="{FF2B5EF4-FFF2-40B4-BE49-F238E27FC236}">
                <a16:creationId xmlns:a16="http://schemas.microsoft.com/office/drawing/2014/main" id="{584DC30F-123B-F3D2-3985-F605C91A9037}"/>
              </a:ext>
            </a:extLst>
          </p:cNvPr>
          <p:cNvSpPr/>
          <p:nvPr/>
        </p:nvSpPr>
        <p:spPr>
          <a:xfrm>
            <a:off x="11570294" y="684977"/>
            <a:ext cx="230277" cy="21234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9522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9FCCFC055D464B89D413D2A50B6337" ma:contentTypeVersion="13" ma:contentTypeDescription="Create a new document." ma:contentTypeScope="" ma:versionID="512e4a12b295bdff86dfe93802d7edb3">
  <xsd:schema xmlns:xsd="http://www.w3.org/2001/XMLSchema" xmlns:xs="http://www.w3.org/2001/XMLSchema" xmlns:p="http://schemas.microsoft.com/office/2006/metadata/properties" xmlns:ns2="6008e39f-6b19-48be-91d4-4aa99d86f13c" xmlns:ns3="617560d7-ba5e-4be7-bf13-00fb21f13b8a" targetNamespace="http://schemas.microsoft.com/office/2006/metadata/properties" ma:root="true" ma:fieldsID="dad2eaa1b59cac7cdad6444cd47fb218" ns2:_="" ns3:_="">
    <xsd:import namespace="6008e39f-6b19-48be-91d4-4aa99d86f13c"/>
    <xsd:import namespace="617560d7-ba5e-4be7-bf13-00fb21f13b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08e39f-6b19-48be-91d4-4aa99d86f1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1f2a1a3-843f-415b-9a50-7b0e4b385f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560d7-ba5e-4be7-bf13-00fb21f13b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6e13510-6f3a-41eb-b785-1e57abca16df}" ma:internalName="TaxCatchAll" ma:showField="CatchAllData" ma:web="617560d7-ba5e-4be7-bf13-00fb21f13b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7560d7-ba5e-4be7-bf13-00fb21f13b8a" xsi:nil="true"/>
    <lcf76f155ced4ddcb4097134ff3c332f xmlns="6008e39f-6b19-48be-91d4-4aa99d86f13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9D83B88-43FF-482B-A573-44E2209C31C8}"/>
</file>

<file path=customXml/itemProps2.xml><?xml version="1.0" encoding="utf-8"?>
<ds:datastoreItem xmlns:ds="http://schemas.openxmlformats.org/officeDocument/2006/customXml" ds:itemID="{22C815C2-5B56-4ED5-B8FA-6B027A9EB820}"/>
</file>

<file path=customXml/itemProps3.xml><?xml version="1.0" encoding="utf-8"?>
<ds:datastoreItem xmlns:ds="http://schemas.openxmlformats.org/officeDocument/2006/customXml" ds:itemID="{E6A9E201-241F-4D41-8A2E-41DE30CA61BF}"/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149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Trebuchet MS</vt:lpstr>
      <vt:lpstr>Office Theme</vt:lpstr>
      <vt:lpstr>PowerPoint Presentation</vt:lpstr>
      <vt:lpstr>Learning intentions – Ex 1K APPLICATIONS of SIMULTANEOUS EQUATIONS </vt:lpstr>
      <vt:lpstr>Key Ideas</vt:lpstr>
      <vt:lpstr>Example   Setting up and solving simultaneous equations</vt:lpstr>
      <vt:lpstr>Example   Setting up and solving simultaneous equations</vt:lpstr>
      <vt:lpstr>Example  Solving further applications of simultaneous equations  involving two variables</vt:lpstr>
      <vt:lpstr>Example  Solving further applications of simultaneous equations  involving two variables</vt:lpstr>
      <vt:lpstr>Learning intentions (recap)</vt:lpstr>
    </vt:vector>
  </TitlesOfParts>
  <Company>Ivanhoe Grammar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CIOCCO, Angela</dc:creator>
  <cp:lastModifiedBy>DI CIOCCO, Angela</cp:lastModifiedBy>
  <cp:revision>1</cp:revision>
  <dcterms:created xsi:type="dcterms:W3CDTF">2026-02-15T03:37:56Z</dcterms:created>
  <dcterms:modified xsi:type="dcterms:W3CDTF">2026-02-15T03:59:47Z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0x010100459FCCFC055D464B89D413D2A50B6337</vt:lpwstr>
  </property>
</Properties>
</file>